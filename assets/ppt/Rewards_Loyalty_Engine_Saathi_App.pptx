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D376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93776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6" name="Image 0" descr="images/icon_Fa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63047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STORY, TOLD BY 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REWARDS &amp; LOYALTY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SAATHI APP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found the problem, confirmed it was real, built the fix, and proved it worked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470916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Sibin  |  Loyalty, Retention &amp; Growth  |  PayNearby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As I Saw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Reg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7133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Saathi retailers were doing real volume — 30, sometimes 40 transactions a day across Recharge, AePS and Mutual Funds. But when I asked a few of them a simple question, “do you know how much you earned this week?” — almost none of them could answer.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was real, it just wasn’t felt. It landed once a month, as one lump sum, with no link back to the transaction that earned it. So the thing that was supposed to make a retailer come back and transact again wasn’t doing its job.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31920"/>
            <a:ext cx="10332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line: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retailers were earning, but they couldn’t see it, feel it, or connect it to their own effort — and that was quietly capping how often they came back.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DISCOVERY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Landed On This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didn’t start with a solution in mind — I started by reading and listening.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9" name="Image 0" descr="images/icon_Fa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4345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04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tickets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pulled three months of CRM tickets tagged ‘rewards’ / ‘incentive’. The same question kept showing up: “Where is my incentive for last week’s recharge?”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1031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233172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4" name="Image 1" descr="images/icon_Fa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24345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2304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data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263640" y="2880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looked at DAU/MAU for our top-tier retailers and saw a dip in the two weeks after each month-end payout — the engagement bump from the reward wore off fast.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9" name="Image 2" descr="images/icon_Fa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5834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with retailers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2960" y="5029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visited a handful of retail counters and just watched — how they checked their earnings, what confused them, what they wished the app told them.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98932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24" name="Image 3" descr="images/icon_Fa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0" y="45834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Talked to CRM &amp; Growth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263640" y="5029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sat with the CRM and Growth teams to understand exactly how the existing month-end mechanism worked, and where it was already stretched thin.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VALIDATION OF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This Was Worth Solving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pointing the same way — that’s when I knew this wasn’t a one-off complaint.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4540" y="2423160"/>
            <a:ext cx="548640" cy="54864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9" name="Image 0" descr="images/icon_Fa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254660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154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dipped, predictably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month, the same DAU/MAU dip in the two weeks after payout, across cohorts — not a coincidence.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83580" y="2423160"/>
            <a:ext cx="548640" cy="54864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4" name="Image 1" descr="images/icon_Fa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5466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154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kept repeating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26280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‘where’s my reward’ question wasn’t rare — it was one of the most repeated themes in CRM logs across regions.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214884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32620" y="2423160"/>
            <a:ext cx="548640" cy="54864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9" name="Image 2" descr="images/icon_FaUserFrie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4660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3154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said it themselves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3657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Unprompted, more than one retailer told me they’d rather get paid “a little, right away” than “a lot, but late.”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4EC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that evidence in hand, I took it to the CRM and Growth leads — and we agreed this was worth prioritising ahead of other asks that quarter.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097280"/>
            <a:ext cx="2743200" cy="2743200"/>
          </a:xfrm>
          <a:prstGeom prst="ellipse">
            <a:avLst/>
          </a:prstGeom>
          <a:solidFill>
            <a:srgbClr val="1D37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394960"/>
            <a:ext cx="2743200" cy="2743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mages/icon_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767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SOLUTION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instead of one more monthly-payout tweak, I proposed a rewards &amp; loyalty layer that sits on top of Saathi — one that pays retailers the moment they’ve earned it, shows them exactly why, and makes checking your earnings something you actually want to do.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2377440" cy="777240"/>
          </a:xfrm>
          <a:prstGeom prst="roundRect">
            <a:avLst>
              <a:gd name="adj" fmla="val 49412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not monthly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54680" y="4114800"/>
            <a:ext cx="2377440" cy="777240"/>
          </a:xfrm>
          <a:prstGeom prst="roundRect">
            <a:avLst>
              <a:gd name="adj" fmla="val 49412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transparent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60720" y="4114800"/>
            <a:ext cx="2377440" cy="777240"/>
          </a:xfrm>
          <a:prstGeom prst="roundRect">
            <a:avLst>
              <a:gd name="adj" fmla="val 49412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bit of delight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0" y="4114800"/>
            <a:ext cx="2377440" cy="777240"/>
          </a:xfrm>
          <a:prstGeom prst="roundRect">
            <a:avLst>
              <a:gd name="adj" fmla="val 49412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Here’s what that looked like, feature by feature →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Instant Credit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it. Instead of waiting for month-end, a qualifying Recharge or Mutual Fund transaction credits the retailer’s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ledger the same instant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via the GDC API — and they see it confirmed right there on screen.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puts the reward back next to the action that earned it.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single biggest lever on repeat-transaction frequency.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quietly alongside the existing monthly system — nothing legacy breaks.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redeem_succ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Scratch-Card Coupons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transaction, a scratch card reveals a randomised reward —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a GrabOn Coupon, or Better Luck Next Time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based on payout ratios I could tune per campaign.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unpredictability is the point — it’s a small moment of delight, not just a payout.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retailers a reason to open the app the same day, not just at month-end.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dial the ratio up or down per service without touching the core engine.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scratch_w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Balance &amp; Redeem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one number. Vouchers + Incentives combine into a single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Balance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one tap redeems it straight to the Main Ledger.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guessing — a retailer always knows exactly what they’ve earned.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redemption meant fewer ‘how do I get my money’ support calls.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₹10 minimum-transfer rule kept settlement costs sane at scale.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loyalty_bal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Incentive History by Customer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is traceable back to the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customer and transaction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earned it — mobile number, transaction count, per-service split, all in one view.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could finally see which of their customers were worth nurturing.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visibility nudged them to cross-sell AePS, Mutual Funds and GPA to the right people.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 ever showed up without a reason attached — that’s what built trust.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incentive_by_custo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&amp; Redeem History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record of every past redemption — date, amount, Ledger ID, and a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vs. Incentives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split — always sitting there for the retailer to refer back to.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turned a one-time fix into something retailers actually trusted long-term.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 retailers self-serve reconciliation instead of raising a ticket.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IDs gave CRM a clean trail whenever an escalation did come in.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earnings_expan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SOLUTION DESCRIPTION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 Incentives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7" name="Image 0" descr="images/icon_Fa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6219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busiest retailers, I added a simple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mobile number or name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a filter by service — Saathi or PayNearby.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6675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kept the experience usable once a retailer had hundreds of entries in their history.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lookup meant a faster path from ‘I have a question’ to ‘okay, I trust this.’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gave us a cleaner data model to build service-level analytics on, later.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35340" y="130759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mages/search_incentiv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5068" y="1417320"/>
            <a:ext cx="2016252" cy="448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822960"/>
            <a:ext cx="2011680" cy="201168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1841480" y="5669280"/>
            <a:ext cx="1280160" cy="1280160"/>
          </a:xfrm>
          <a:prstGeom prst="ellipse">
            <a:avLst/>
          </a:prstGeom>
          <a:solidFill>
            <a:srgbClr val="E7EC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PROVING IT WORKED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Validated the Solution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didn’t roll this out to all 20,000+ retailers on day one — I wanted proof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9" name="Image 0" descr="images/icon_FaProject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4345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04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pilot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instant-credit and scratch-card flow with a smaller retailer cohort across two regions, for four weeks, before touching the full base.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1031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233172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4" name="Image 1" descr="images/icon_Fa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24345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2304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a control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263640" y="2880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repeat-transaction rate and DAU/MAU for the pilot group against a matched control group still on the old monthly cycle.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19" name="Image 2" descr="images/icon_FaSync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5834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on the reward mix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2960" y="5029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scratch-card payout ratio was too conservative — retailers noticed. I re-tuned it with Growth before the wider rollout.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989320" y="42519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24" name="Image 3" descr="images/icon_FaUserFri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0" y="45834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loop with retailers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263640" y="5029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back to the same retailers I’d spoken to during discovery, to check whether the fix actually matched what they’d asked for.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188720"/>
            <a:ext cx="2926080" cy="2926080"/>
          </a:xfrm>
          <a:prstGeom prst="ellipse">
            <a:avLst/>
          </a:prstGeom>
          <a:solidFill>
            <a:srgbClr val="1D376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212080"/>
            <a:ext cx="2926080" cy="2926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mages/icon_Fa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263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IMPACT OF THE SOLUTION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once it shipped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9436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growth across 20K+ retailers, from owning the referral &amp; loyalty roadmap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61188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uplift via experimentation, A/B testing and CRM lifecycle personalization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640080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repeat transactions across the retailer base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6112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279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2331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9189720" y="333756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growth through behavioral analytics and funnel optimization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was the plan on day one — it’s what came from following the problem all the way from a CRM ticket to a shipped, validated fix.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— Saathi App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D376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834640"/>
            <a:ext cx="822960" cy="822960"/>
          </a:xfrm>
          <a:prstGeom prst="ellipse">
            <a:avLst/>
          </a:prstGeom>
          <a:solidFill>
            <a:srgbClr val="279B4A"/>
          </a:solidFill>
          <a:ln/>
        </p:spPr>
      </p:sp>
      <p:pic>
        <p:nvPicPr>
          <p:cNvPr id="5" name="Image 0" descr="images/icon_Fa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30198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THANKS!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Loyalty on the Saathi App  |  Sibin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Rewards &amp; Loyalty Engine - Saathi App</dc:title>
  <dc:subject>PptxGenJS Presentation</dc:subject>
  <dc:creator>Sibin</dc:creator>
  <cp:lastModifiedBy>Sibin</cp:lastModifiedBy>
  <cp:revision>1</cp:revision>
  <dcterms:created xsi:type="dcterms:W3CDTF">2026-07-05T10:05:56Z</dcterms:created>
  <dcterms:modified xsi:type="dcterms:W3CDTF">2026-07-05T10:05:56Z</dcterms:modified>
</cp:coreProperties>
</file>